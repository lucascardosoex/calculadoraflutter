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ecalotype Semi-Bold" charset="1" panose="00000700000000000000"/>
      <p:regular r:id="rId13"/>
    </p:embeddedFont>
    <p:embeddedFont>
      <p:font typeface="Decalotype Light" charset="1" panose="00000400000000000000"/>
      <p:regular r:id="rId14"/>
    </p:embeddedFont>
    <p:embeddedFont>
      <p:font typeface="Decalotype" charset="1" panose="00000500000000000000"/>
      <p:regular r:id="rId15"/>
    </p:embeddedFont>
    <p:embeddedFont>
      <p:font typeface="Decalotype Medium" charset="1" panose="000006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Relationship Id="rId5" Target="../media/VAHGIEcB7SM.mp4" Type="http://schemas.openxmlformats.org/officeDocument/2006/relationships/video"/><Relationship Id="rId6" Target="../media/VAHGIEcB7SM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https://github.com/LucasCardosoEx/CalculadoraFlutte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2386" y="3546793"/>
            <a:ext cx="14193588" cy="3136899"/>
            <a:chOff x="0" y="0"/>
            <a:chExt cx="18924784" cy="41825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18924784" cy="314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00"/>
                </a:lnSpc>
              </a:pPr>
              <a:r>
                <a:rPr lang="en-US" sz="15000" b="true">
                  <a:solidFill>
                    <a:srgbClr val="FFD93B"/>
                  </a:solidFill>
                  <a:latin typeface="Decalotype Semi-Bold"/>
                  <a:ea typeface="Decalotype Semi-Bold"/>
                  <a:cs typeface="Decalotype Semi-Bold"/>
                  <a:sym typeface="Decalotype Semi-Bold"/>
                </a:rPr>
                <a:t>Calculadora Flutter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292475"/>
              <a:ext cx="18924784" cy="890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FFFFFF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Lucas Cardoso da Silva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8220" y="-2451489"/>
            <a:ext cx="10190791" cy="12738489"/>
          </a:xfrm>
          <a:custGeom>
            <a:avLst/>
            <a:gdLst/>
            <a:ahLst/>
            <a:cxnLst/>
            <a:rect r="r" b="b" t="t" l="l"/>
            <a:pathLst>
              <a:path h="12738489" w="10190791">
                <a:moveTo>
                  <a:pt x="0" y="0"/>
                </a:moveTo>
                <a:lnTo>
                  <a:pt x="10190791" y="0"/>
                </a:lnTo>
                <a:lnTo>
                  <a:pt x="10190791" y="12738489"/>
                </a:lnTo>
                <a:lnTo>
                  <a:pt x="0" y="12738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915891" y="-1225744"/>
            <a:ext cx="10190791" cy="12738489"/>
          </a:xfrm>
          <a:custGeom>
            <a:avLst/>
            <a:gdLst/>
            <a:ahLst/>
            <a:cxnLst/>
            <a:rect r="r" b="b" t="t" l="l"/>
            <a:pathLst>
              <a:path h="12738489" w="10190791">
                <a:moveTo>
                  <a:pt x="10190791" y="0"/>
                </a:moveTo>
                <a:lnTo>
                  <a:pt x="0" y="0"/>
                </a:lnTo>
                <a:lnTo>
                  <a:pt x="0" y="12738488"/>
                </a:lnTo>
                <a:lnTo>
                  <a:pt x="10190791" y="12738488"/>
                </a:lnTo>
                <a:lnTo>
                  <a:pt x="101907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390650" y="5246001"/>
            <a:ext cx="263441" cy="271249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5" id="5"/>
          <p:cNvSpPr/>
          <p:nvPr/>
        </p:nvSpPr>
        <p:spPr>
          <a:xfrm rot="0">
            <a:off x="1390650" y="7374359"/>
            <a:ext cx="263441" cy="271249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6" id="6"/>
          <p:cNvSpPr/>
          <p:nvPr/>
        </p:nvSpPr>
        <p:spPr>
          <a:xfrm rot="0">
            <a:off x="1390650" y="6293751"/>
            <a:ext cx="263441" cy="271249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390650" y="1200150"/>
            <a:ext cx="1056797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FFD93B"/>
                </a:solidFill>
                <a:latin typeface="Decalotype Semi-Bold"/>
                <a:ea typeface="Decalotype Semi-Bold"/>
                <a:cs typeface="Decalotype Semi-Bold"/>
                <a:sym typeface="Decalotype Semi-Bold"/>
              </a:rPr>
              <a:t>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6328" y="3908231"/>
            <a:ext cx="83560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b="true" sz="3100">
                <a:solidFill>
                  <a:srgbClr val="FFFFFF"/>
                </a:solidFill>
                <a:latin typeface="Decalotype Semi-Bold"/>
                <a:ea typeface="Decalotype Semi-Bold"/>
                <a:cs typeface="Decalotype Semi-Bold"/>
                <a:sym typeface="Decalotype Semi-Bold"/>
              </a:rPr>
              <a:t>TÓPICOS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42006" y="5040630"/>
            <a:ext cx="8404669" cy="3072765"/>
            <a:chOff x="0" y="0"/>
            <a:chExt cx="11206225" cy="4097020"/>
          </a:xfrm>
        </p:grpSpPr>
        <p:sp>
          <p:nvSpPr>
            <p:cNvPr name="AutoShape 10" id="10"/>
            <p:cNvSpPr/>
            <p:nvPr/>
          </p:nvSpPr>
          <p:spPr>
            <a:xfrm>
              <a:off x="0" y="1140460"/>
              <a:ext cx="11206225" cy="0"/>
            </a:xfrm>
            <a:prstGeom prst="line">
              <a:avLst/>
            </a:prstGeom>
            <a:ln cap="rnd" w="38100">
              <a:solidFill>
                <a:srgbClr val="848383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4077970"/>
              <a:ext cx="11206225" cy="0"/>
            </a:xfrm>
            <a:prstGeom prst="line">
              <a:avLst/>
            </a:prstGeom>
            <a:ln cap="rnd" w="38100">
              <a:solidFill>
                <a:srgbClr val="848383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2674620"/>
              <a:ext cx="11206225" cy="0"/>
            </a:xfrm>
            <a:prstGeom prst="line">
              <a:avLst/>
            </a:prstGeom>
            <a:ln cap="rnd" w="38100">
              <a:solidFill>
                <a:srgbClr val="848383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1094613" y="-9525"/>
              <a:ext cx="9169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Video do Aplicativo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94613" y="1649095"/>
              <a:ext cx="9169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Decalotype"/>
                  <a:ea typeface="Decalotype"/>
                  <a:cs typeface="Decalotype"/>
                  <a:sym typeface="Decalotype"/>
                </a:rPr>
                <a:t>Tópico do Código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05815" y="7271858"/>
            <a:ext cx="68770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Encerramento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5755" y="-830853"/>
            <a:ext cx="6289462" cy="7861827"/>
          </a:xfrm>
          <a:custGeom>
            <a:avLst/>
            <a:gdLst/>
            <a:ahLst/>
            <a:cxnLst/>
            <a:rect r="r" b="b" t="t" l="l"/>
            <a:pathLst>
              <a:path h="7861827" w="6289462">
                <a:moveTo>
                  <a:pt x="0" y="0"/>
                </a:moveTo>
                <a:lnTo>
                  <a:pt x="6289462" y="0"/>
                </a:lnTo>
                <a:lnTo>
                  <a:pt x="6289462" y="7861827"/>
                </a:lnTo>
                <a:lnTo>
                  <a:pt x="0" y="7861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99263" y="1737456"/>
            <a:ext cx="8297824" cy="10372280"/>
          </a:xfrm>
          <a:custGeom>
            <a:avLst/>
            <a:gdLst/>
            <a:ahLst/>
            <a:cxnLst/>
            <a:rect r="r" b="b" t="t" l="l"/>
            <a:pathLst>
              <a:path h="10372280" w="8297824">
                <a:moveTo>
                  <a:pt x="0" y="0"/>
                </a:moveTo>
                <a:lnTo>
                  <a:pt x="8297824" y="0"/>
                </a:lnTo>
                <a:lnTo>
                  <a:pt x="8297824" y="10372280"/>
                </a:lnTo>
                <a:lnTo>
                  <a:pt x="0" y="1037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20292" y="6813286"/>
            <a:ext cx="5557942" cy="6947427"/>
          </a:xfrm>
          <a:custGeom>
            <a:avLst/>
            <a:gdLst/>
            <a:ahLst/>
            <a:cxnLst/>
            <a:rect r="r" b="b" t="t" l="l"/>
            <a:pathLst>
              <a:path h="6947427" w="5557942">
                <a:moveTo>
                  <a:pt x="0" y="0"/>
                </a:moveTo>
                <a:lnTo>
                  <a:pt x="5557942" y="0"/>
                </a:lnTo>
                <a:lnTo>
                  <a:pt x="5557942" y="6947428"/>
                </a:lnTo>
                <a:lnTo>
                  <a:pt x="0" y="694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7176" y="-7125883"/>
            <a:ext cx="8297824" cy="10372280"/>
          </a:xfrm>
          <a:custGeom>
            <a:avLst/>
            <a:gdLst/>
            <a:ahLst/>
            <a:cxnLst/>
            <a:rect r="r" b="b" t="t" l="l"/>
            <a:pathLst>
              <a:path h="10372280" w="8297824">
                <a:moveTo>
                  <a:pt x="0" y="0"/>
                </a:moveTo>
                <a:lnTo>
                  <a:pt x="8297824" y="0"/>
                </a:lnTo>
                <a:lnTo>
                  <a:pt x="8297824" y="10372280"/>
                </a:lnTo>
                <a:lnTo>
                  <a:pt x="0" y="1037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52900" y="3833812"/>
            <a:ext cx="9982200" cy="2439924"/>
            <a:chOff x="0" y="0"/>
            <a:chExt cx="13309600" cy="325323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3309600" cy="202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999"/>
                </a:lnSpc>
                <a:spcBef>
                  <a:spcPct val="0"/>
                </a:spcBef>
              </a:pPr>
              <a:r>
                <a:rPr lang="en-US" sz="9999">
                  <a:solidFill>
                    <a:srgbClr val="FFD93B"/>
                  </a:solidFill>
                  <a:latin typeface="Decalotype"/>
                  <a:ea typeface="Decalotype"/>
                  <a:cs typeface="Decalotype"/>
                  <a:sym typeface="Decalotype"/>
                </a:rPr>
                <a:t>Video da Aplicação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576957"/>
              <a:ext cx="133096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4977" y="6219041"/>
            <a:ext cx="6767862" cy="6767862"/>
          </a:xfrm>
          <a:custGeom>
            <a:avLst/>
            <a:gdLst/>
            <a:ahLst/>
            <a:cxnLst/>
            <a:rect r="r" b="b" t="t" l="l"/>
            <a:pathLst>
              <a:path h="6767862" w="6767862">
                <a:moveTo>
                  <a:pt x="0" y="0"/>
                </a:moveTo>
                <a:lnTo>
                  <a:pt x="6767862" y="0"/>
                </a:lnTo>
                <a:lnTo>
                  <a:pt x="6767862" y="6767862"/>
                </a:lnTo>
                <a:lnTo>
                  <a:pt x="0" y="6767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69602" y="-3044493"/>
            <a:ext cx="6767862" cy="6767862"/>
          </a:xfrm>
          <a:custGeom>
            <a:avLst/>
            <a:gdLst/>
            <a:ahLst/>
            <a:cxnLst/>
            <a:rect r="r" b="b" t="t" l="l"/>
            <a:pathLst>
              <a:path h="6767862" w="6767862">
                <a:moveTo>
                  <a:pt x="0" y="0"/>
                </a:moveTo>
                <a:lnTo>
                  <a:pt x="6767862" y="0"/>
                </a:lnTo>
                <a:lnTo>
                  <a:pt x="6767862" y="6767862"/>
                </a:lnTo>
                <a:lnTo>
                  <a:pt x="0" y="6767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500" t="0" r="250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5910262"/>
            <a:ext cx="16230600" cy="0"/>
          </a:xfrm>
          <a:prstGeom prst="line">
            <a:avLst/>
          </a:prstGeom>
          <a:ln cap="rnd" w="28575">
            <a:solidFill>
              <a:srgbClr val="84838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247742">
            <a:off x="-603364" y="-7210103"/>
            <a:ext cx="19073093" cy="10715611"/>
          </a:xfrm>
          <a:custGeom>
            <a:avLst/>
            <a:gdLst/>
            <a:ahLst/>
            <a:cxnLst/>
            <a:rect r="r" b="b" t="t" l="l"/>
            <a:pathLst>
              <a:path h="10715611" w="19073093">
                <a:moveTo>
                  <a:pt x="0" y="0"/>
                </a:moveTo>
                <a:lnTo>
                  <a:pt x="19073094" y="0"/>
                </a:lnTo>
                <a:lnTo>
                  <a:pt x="19073094" y="10715611"/>
                </a:lnTo>
                <a:lnTo>
                  <a:pt x="0" y="1071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009650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5" id="5"/>
          <p:cNvSpPr/>
          <p:nvPr/>
        </p:nvSpPr>
        <p:spPr>
          <a:xfrm rot="0">
            <a:off x="5317258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6" id="6"/>
          <p:cNvSpPr/>
          <p:nvPr/>
        </p:nvSpPr>
        <p:spPr>
          <a:xfrm rot="0">
            <a:off x="9605817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7" id="7"/>
          <p:cNvSpPr/>
          <p:nvPr/>
        </p:nvSpPr>
        <p:spPr>
          <a:xfrm rot="0">
            <a:off x="13894375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028700" y="1019175"/>
            <a:ext cx="1623060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FFD93B"/>
                </a:solidFill>
                <a:latin typeface="Decalotype Medium"/>
                <a:ea typeface="Decalotype Medium"/>
                <a:cs typeface="Decalotype Medium"/>
                <a:sym typeface="Decalotype Medium"/>
              </a:rPr>
              <a:t>Tópicos do Código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781800"/>
            <a:ext cx="3364925" cy="1847469"/>
            <a:chOff x="0" y="0"/>
            <a:chExt cx="4486566" cy="24632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4486566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0"/>
                </a:lnSpc>
                <a:spcBef>
                  <a:spcPct val="0"/>
                </a:spcBef>
              </a:pPr>
              <a:r>
                <a:rPr lang="en-US" b="true" sz="2725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Scaffold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0547"/>
              <a:ext cx="4486566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é o "esqueleto" da tela, fornecendo a estrutura para a AppBar e o corpo (body).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17258" y="6781800"/>
            <a:ext cx="3364925" cy="2266569"/>
            <a:chOff x="0" y="0"/>
            <a:chExt cx="4486566" cy="302209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4486566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0"/>
                </a:lnSpc>
                <a:spcBef>
                  <a:spcPct val="0"/>
                </a:spcBef>
              </a:pPr>
              <a:r>
                <a:rPr lang="en-US" b="true" sz="2725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TextEd</a:t>
              </a:r>
              <a:r>
                <a:rPr lang="en-US" b="true" sz="2725" u="none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itingController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20547"/>
              <a:ext cx="4486566" cy="220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São os objetos que permitem que o código "leia" o que o usuário digitou dentro do TextField.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94375" y="6781800"/>
            <a:ext cx="3364925" cy="2266569"/>
            <a:chOff x="0" y="0"/>
            <a:chExt cx="4486566" cy="302209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4486566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0"/>
                </a:lnSpc>
                <a:spcBef>
                  <a:spcPct val="0"/>
                </a:spcBef>
              </a:pPr>
              <a:r>
                <a:rPr lang="en-US" b="true" sz="2725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T</a:t>
              </a:r>
              <a:r>
                <a:rPr lang="en-US" b="true" sz="2725" u="none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ry/Parse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20547"/>
              <a:ext cx="4486566" cy="220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Utilizei o double.tryParse para evitar que o aplicativo trave caso o usuário digite letras em vez de números.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5817" y="6781800"/>
            <a:ext cx="3016441" cy="2783229"/>
            <a:chOff x="0" y="0"/>
            <a:chExt cx="4021922" cy="371097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"/>
              <a:ext cx="4021922" cy="499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1"/>
                </a:lnSpc>
                <a:spcBef>
                  <a:spcPct val="0"/>
                </a:spcBef>
              </a:pPr>
              <a:r>
                <a:rPr lang="en-US" b="true" sz="2442" u="none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setState()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30636"/>
              <a:ext cx="4021922" cy="29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2"/>
                </a:lnSpc>
              </a:pPr>
              <a:r>
                <a:rPr lang="en-US" sz="2151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o setState serve para notificar o Flutter que os dados mudaram (o resultado do cálculo) e que a tela precisa ser redesenhada para mostrar o novo valor.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0" y="9783958"/>
            <a:ext cx="18288000" cy="526854"/>
          </a:xfrm>
          <a:custGeom>
            <a:avLst/>
            <a:gdLst/>
            <a:ahLst/>
            <a:cxnLst/>
            <a:rect r="r" b="b" t="t" l="l"/>
            <a:pathLst>
              <a:path h="526854" w="18288000">
                <a:moveTo>
                  <a:pt x="0" y="0"/>
                </a:moveTo>
                <a:lnTo>
                  <a:pt x="18288000" y="0"/>
                </a:lnTo>
                <a:lnTo>
                  <a:pt x="18288000" y="526855"/>
                </a:lnTo>
                <a:lnTo>
                  <a:pt x="0" y="526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20897" r="0" b="-83163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5910262"/>
            <a:ext cx="16230600" cy="0"/>
          </a:xfrm>
          <a:prstGeom prst="line">
            <a:avLst/>
          </a:prstGeom>
          <a:ln cap="rnd" w="28575">
            <a:solidFill>
              <a:srgbClr val="848383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247742">
            <a:off x="-603364" y="-7210103"/>
            <a:ext cx="19073093" cy="10715611"/>
          </a:xfrm>
          <a:custGeom>
            <a:avLst/>
            <a:gdLst/>
            <a:ahLst/>
            <a:cxnLst/>
            <a:rect r="r" b="b" t="t" l="l"/>
            <a:pathLst>
              <a:path h="10715611" w="19073093">
                <a:moveTo>
                  <a:pt x="0" y="0"/>
                </a:moveTo>
                <a:lnTo>
                  <a:pt x="19073094" y="0"/>
                </a:lnTo>
                <a:lnTo>
                  <a:pt x="19073094" y="10715611"/>
                </a:lnTo>
                <a:lnTo>
                  <a:pt x="0" y="1071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009650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5" id="5"/>
          <p:cNvSpPr/>
          <p:nvPr/>
        </p:nvSpPr>
        <p:spPr>
          <a:xfrm rot="0">
            <a:off x="5317258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6" id="6"/>
          <p:cNvSpPr/>
          <p:nvPr/>
        </p:nvSpPr>
        <p:spPr>
          <a:xfrm rot="0">
            <a:off x="9605817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AutoShape 7" id="7"/>
          <p:cNvSpPr/>
          <p:nvPr/>
        </p:nvSpPr>
        <p:spPr>
          <a:xfrm rot="0">
            <a:off x="13894375" y="5741314"/>
            <a:ext cx="365175" cy="375998"/>
          </a:xfrm>
          <a:prstGeom prst="rect">
            <a:avLst/>
          </a:prstGeom>
          <a:solidFill>
            <a:srgbClr val="FFD93B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028700" y="1019175"/>
            <a:ext cx="1623060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FFD93B"/>
                </a:solidFill>
                <a:latin typeface="Decalotype Medium"/>
                <a:ea typeface="Decalotype Medium"/>
                <a:cs typeface="Decalotype Medium"/>
                <a:sym typeface="Decalotype Medium"/>
              </a:rPr>
              <a:t>Tópicos do Código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781800"/>
            <a:ext cx="3364925" cy="1847469"/>
            <a:chOff x="0" y="0"/>
            <a:chExt cx="4486566" cy="24632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4486566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0"/>
                </a:lnSpc>
                <a:spcBef>
                  <a:spcPct val="0"/>
                </a:spcBef>
              </a:pPr>
              <a:r>
                <a:rPr lang="en-US" b="true" sz="2725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MaterialApp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0547"/>
              <a:ext cx="4486566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Define as configurações globais, como o título do app e o tema de cores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17258" y="6781800"/>
            <a:ext cx="3364925" cy="2266569"/>
            <a:chOff x="0" y="0"/>
            <a:chExt cx="4486566" cy="302209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4486566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0"/>
                </a:lnSpc>
                <a:spcBef>
                  <a:spcPct val="0"/>
                </a:spcBef>
              </a:pPr>
              <a:r>
                <a:rPr lang="en-US" b="true" sz="2725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Sta</a:t>
              </a:r>
              <a:r>
                <a:rPr lang="en-US" b="true" sz="2725" u="none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tefulWidget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20547"/>
              <a:ext cx="4486566" cy="220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É usado porque a tela precisa mudar (atualizar o resultado) conforme o usuário clica nos botões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94375" y="6781800"/>
            <a:ext cx="3364925" cy="2266569"/>
            <a:chOff x="0" y="0"/>
            <a:chExt cx="4486566" cy="302209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4486566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0"/>
                </a:lnSpc>
                <a:spcBef>
                  <a:spcPct val="0"/>
                </a:spcBef>
              </a:pPr>
              <a:r>
                <a:rPr lang="en-US" b="true" sz="2725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V</a:t>
              </a:r>
              <a:r>
                <a:rPr lang="en-US" b="true" sz="2725" u="none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alidação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20547"/>
              <a:ext cx="4486566" cy="2201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O código trata a divisão por zero com um if, evitando que o aplicativo exiba um erro matemático infinito.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5817" y="6781800"/>
            <a:ext cx="3016441" cy="2407532"/>
            <a:chOff x="0" y="0"/>
            <a:chExt cx="4021922" cy="321004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"/>
              <a:ext cx="4021922" cy="499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1"/>
                </a:lnSpc>
                <a:spcBef>
                  <a:spcPct val="0"/>
                </a:spcBef>
              </a:pPr>
              <a:r>
                <a:rPr lang="en-US" b="true" sz="2442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Função d</a:t>
              </a:r>
              <a:r>
                <a:rPr lang="en-US" b="true" sz="2442" u="none">
                  <a:solidFill>
                    <a:srgbClr val="000000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e Cálculo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30636"/>
              <a:ext cx="4021922" cy="2479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2"/>
                </a:lnSpc>
              </a:pPr>
              <a:r>
                <a:rPr lang="en-US" sz="2151">
                  <a:solidFill>
                    <a:srgbClr val="000000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Converte o texto em números (double), faz a conta e usa o setState para avisar ao Flutter que ele deve redesenhar a tela com o novo resultado.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0" y="9783958"/>
            <a:ext cx="18288000" cy="526854"/>
          </a:xfrm>
          <a:custGeom>
            <a:avLst/>
            <a:gdLst/>
            <a:ahLst/>
            <a:cxnLst/>
            <a:rect r="r" b="b" t="t" l="l"/>
            <a:pathLst>
              <a:path h="526854" w="18288000">
                <a:moveTo>
                  <a:pt x="0" y="0"/>
                </a:moveTo>
                <a:lnTo>
                  <a:pt x="18288000" y="0"/>
                </a:lnTo>
                <a:lnTo>
                  <a:pt x="18288000" y="526855"/>
                </a:lnTo>
                <a:lnTo>
                  <a:pt x="0" y="526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20897" r="0" b="-83163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5205" y="-149178"/>
            <a:ext cx="18818410" cy="10585355"/>
          </a:xfrm>
          <a:custGeom>
            <a:avLst/>
            <a:gdLst/>
            <a:ahLst/>
            <a:cxnLst/>
            <a:rect r="r" b="b" t="t" l="l"/>
            <a:pathLst>
              <a:path h="10585355" w="18818410">
                <a:moveTo>
                  <a:pt x="0" y="0"/>
                </a:moveTo>
                <a:lnTo>
                  <a:pt x="18818410" y="0"/>
                </a:lnTo>
                <a:lnTo>
                  <a:pt x="18818410" y="10585356"/>
                </a:lnTo>
                <a:lnTo>
                  <a:pt x="0" y="1058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6404" y="3996093"/>
            <a:ext cx="11815191" cy="2294813"/>
            <a:chOff x="0" y="0"/>
            <a:chExt cx="15753588" cy="305975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5753588" cy="202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FFD93B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Gratidão</a:t>
              </a:r>
              <a:r>
                <a:rPr lang="en-US" b="true" sz="9999">
                  <a:solidFill>
                    <a:srgbClr val="FFD93B"/>
                  </a:solidFill>
                  <a:latin typeface="Decalotype Medium"/>
                  <a:ea typeface="Decalotype Medium"/>
                  <a:cs typeface="Decalotype Medium"/>
                  <a:sym typeface="Decalotype Medium"/>
                </a:rPr>
                <a:t>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18918"/>
              <a:ext cx="15753588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FFFFFF"/>
                  </a:solidFill>
                  <a:latin typeface="Decalotype Light"/>
                  <a:ea typeface="Decalotype Light"/>
                  <a:cs typeface="Decalotype Light"/>
                  <a:sym typeface="Decalotype Light"/>
                </a:rPr>
                <a:t>Link do Código GitHub: </a:t>
              </a:r>
              <a:r>
                <a:rPr lang="en-US" sz="3500" u="sng">
                  <a:solidFill>
                    <a:srgbClr val="FFFFFF"/>
                  </a:solidFill>
                  <a:latin typeface="Decalotype Light"/>
                  <a:ea typeface="Decalotype Light"/>
                  <a:cs typeface="Decalotype Light"/>
                  <a:sym typeface="Decalotype Light"/>
                  <a:hlinkClick r:id="rId4" tooltip="https://github.com/LucasCardosoEx/CalculadoraFlutter"/>
                </a:rPr>
                <a:t>CalculadoraFlutter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DAHGIE2kJZI</dc:identifier>
  <dcterms:modified xsi:type="dcterms:W3CDTF">2011-08-01T06:04:30Z</dcterms:modified>
  <cp:revision>1</cp:revision>
  <dc:title>Apresentação Simples Básica Elegante e Profissional Preto Branco</dc:title>
</cp:coreProperties>
</file>